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59775" y="0"/>
            <a:ext cx="3931920" cy="685800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59775" y="0"/>
            <a:ext cx="73152" cy="68580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800865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48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PROPUESTA PARA LABORATORIOS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4400" i="0">
                <a:solidFill>
                  <a:srgbClr val="FFFFFF"/>
                </a:solidFill>
                <a:latin typeface="Segoe UI Semibold"/>
              </a:rPr>
              <a:t>Compre con respaldo. </a:t>
            </a:r>
            <a:r>
              <a:rPr b="0" sz="4400" i="0">
                <a:solidFill>
                  <a:srgbClr val="4FC7D6"/>
                </a:solidFill>
                <a:latin typeface="Segoe UI Semibold"/>
              </a:rPr>
              <a:t>Venda con historia.</a:t>
            </a:r>
            <a:r>
              <a:rPr b="0" sz="4400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48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700" i="0">
                <a:solidFill>
                  <a:srgbClr val="9FB4BD"/>
                </a:solidFill>
                <a:latin typeface="Segoe UI"/>
              </a:rPr>
              <a:t>Trazul le permite comprar nauplio con origen documentado, criarlo y revender su larva a las camaroneras sin perder un solo dato de la cadena.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400">
                <a:solidFill>
                  <a:srgbClr val="4FC7D6"/>
                </a:solidFill>
                <a:latin typeface="Segoe UI Semibold"/>
              </a:rPr>
              <a:t>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2697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Laboratorio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6975" y="3474720"/>
            <a:ext cx="822960" cy="381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6975" y="37033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9FB4BD"/>
                </a:solidFill>
                <a:latin typeface="Segoe UI"/>
              </a:rPr>
              <a:t>Presentación ejecutiva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Laboratorio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2800" i="0">
                <a:solidFill>
                  <a:srgbClr val="0D2B3E"/>
                </a:solidFill>
                <a:latin typeface="Segoe UI Semibold"/>
              </a:rPr>
              <a:t>Usted responde por una larva </a:t>
            </a:r>
            <a:r>
              <a:rPr b="0" sz="2800" i="0">
                <a:solidFill>
                  <a:srgbClr val="14A0B0"/>
                </a:solidFill>
                <a:latin typeface="Segoe UI Semibold"/>
              </a:rPr>
              <a:t>cuyo origen no controla</a:t>
            </a:r>
            <a:r>
              <a:rPr b="0" sz="28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Entre la compra del nauplio y la venta de la postlarva hay semanas de trabajo, y la información del origen casi nunca le acompaña.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Nauplio de origen incierto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Compra por confianza. Si algo falla, reconstruir de dónde salió la semilla es casi imposible.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3978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Doble trabajo en cada lote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978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Lo que compra, lo vuelve a registrar para venderlo. Se pierde tiempo y se cometen errores.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La camaronera exige garantías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Pide certificados, trazabilidad y resultados. Reunirlos lote por lote consume horas.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49240"/>
            <a:ext cx="10820095" cy="6858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 i="0">
                <a:solidFill>
                  <a:srgbClr val="FFFFFF"/>
                </a:solidFill>
                <a:latin typeface="Segoe UI Semibold"/>
              </a:rPr>
              <a:t>Trazul conecta su compra con su venta: la historia del lote se hereda, no se reescribe.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SU LUGAR EN LA CADENA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Usted compra y vende: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es el puente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Compra nauplio al semillero y vende larva y postlarva a la camaronera.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Semillero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Nauplio. El origen genético y sanitario de toda la cadena.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3653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693" y="2743200"/>
            <a:ext cx="2396413" cy="192024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693" y="2743200"/>
            <a:ext cx="2396413" cy="64008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2293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4FC7D6"/>
                </a:solidFill>
                <a:latin typeface="Segoe UI Semibold"/>
              </a:rPr>
              <a:t>USTED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2293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Laboratorio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2293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9FB4BD"/>
                </a:solidFill>
                <a:latin typeface="Segoe UI"/>
              </a:rPr>
              <a:t>Maduración y larvicultura: larva y postlarva.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1547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187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Camaronera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0187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Engorde en piscina hasta el camarón adulto.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89441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9481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8081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8081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Empacadora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8081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Proceso y exportación, con compra verificada.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En Trazul, usted compra solo a semilleros y vende solo a camaroneras: cada lado del mercado ve exactamente la oferta que le interesa.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QUÉ ES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Toda la cadena del camarón, del nauplio a la planta, con </a:t>
            </a:r>
            <a:r>
              <a:rPr b="0" sz="3400" i="0">
                <a:solidFill>
                  <a:srgbClr val="4FC7D6"/>
                </a:solidFill>
                <a:latin typeface="Segoe UI Semibold"/>
              </a:rPr>
              <a:t>trazabilidad verificada</a:t>
            </a:r>
            <a:r>
              <a:rPr b="0" sz="34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Un solo sistema en el que cada eslabón publica, compra y vende, y donde cada lote conserva su historia completa desde el origen.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Marketplace por eslabón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perfil ve y compra solo lo que le corresponde: el semillero vende al laboratorio, el laboratorio a la camaronera y la camaronera a la empacadora.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Verificación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Un verificador acreditado, que no trabaja para ninguna de las partes, mide el lote en campo y firma el informe con fotos, ubicación y hora.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556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556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Certificado de 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compra genera un certificado con la cadena de custodia, los certificados sanitarios, la evolución del lote y el informe del verificador.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Laboratorio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LO QUE PUEDE HACER EN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Un solo flujo para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comprar, criar y revender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Comprar nauplio con evidencia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Vea certificados sanitarios, línea genética, supervivencia y calificación del semillero antes de comprar.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938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58258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5458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Inventario que se crea solo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Al recibir una compra, el sistema crea el lote en su inventario, listo para republicar, sin volver a capturar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56396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3596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Publicar larva y postlarva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Ficha técnica completa: estadío (PL5 a PL20), línea genética, tamaño, supervivencia, sanidad y precio por millar.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Trazabilidad hacia atrás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Cada lote que vende conserva el vínculo con el nauplio y el semillero de origen.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3938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58258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8258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5458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Verificación a pedido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8258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Solicite que un verificador acreditado mida cantidad, supervivencia, tamaño y sanidad antes de cerrar una compra.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2076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6396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6396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3596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Compras, ventas y reportes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396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Historial de compras y ventas, recepción de mercadería, facturas, calendario de entregas y reportes.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CADENA DE CUSTODIA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Cómo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viaja la información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de un lote.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Cada paso deja registro; nada se vuelve a escribir a mano.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369" y="2880360"/>
            <a:ext cx="8838956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02049" y="260604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2049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COMPRA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Compra el nauplio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Elige un lote del semillero con sus certificados a la vista, con o sin verificación.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3611788" y="260604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788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333756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RECEPCIÓN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539" y="361188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Confirma la llegada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1259" y="420624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 lote pasa a su inventario con todo su origen asociado.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260604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5278" y="333756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CRÍA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278" y="361188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Registra la evolución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998" y="420624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Estadío, supervivencia y sanidad quedan en el historial del lote.</a:t>
            </a:r>
          </a:p>
        </p:txBody>
      </p:sp>
      <p:sp>
        <p:nvSpPr>
          <p:cNvPr id="21" name="Oval 20"/>
          <p:cNvSpPr/>
          <p:nvPr/>
        </p:nvSpPr>
        <p:spPr>
          <a:xfrm>
            <a:off x="8031266" y="260604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1266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017" y="333756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VENTA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017" y="361188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Publica y vende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737" y="420624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La camaronera compra su postlarva con toda la historia detrás.</a:t>
            </a:r>
          </a:p>
        </p:txBody>
      </p:sp>
      <p:sp>
        <p:nvSpPr>
          <p:cNvPr id="26" name="Oval 25"/>
          <p:cNvSpPr/>
          <p:nvPr/>
        </p:nvSpPr>
        <p:spPr>
          <a:xfrm>
            <a:off x="10241005" y="260604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005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4756" y="333756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CERTIFICADO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4756" y="361188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Se genera el certificado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0476" y="420624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Cadena de custodia completa, desde el semillero, en un PDF.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La historia del lote se hereda de un eslabón al siguiente: ese es su argumento frente a la camaronera.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CREDIBILIDAD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Sus certificaciones,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a la vista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de cada comprador.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Certificados que puede cargar para su perfil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53949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HACCP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ISO 22000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ARCSA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BPM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BRC / IFS Food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Análisis microbiológico y de residuos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GlobalG.A.P. y Agrocalidad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737360"/>
            <a:ext cx="4967935" cy="43434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VERIFICACIÓN EN LARVA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7744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Un tercero mide lo que usted compra y lo que usted vende.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108960"/>
            <a:ext cx="423641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Cantidad verificada y su desvío frente a lo vendido.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Supervivencia medida frente a la publicada.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Tamaño promedio en miligramos.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Estado sanitario: excelente, bueno, aceptable o rechazado.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Fotos, ubicación y hora de la inspección en el informe.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Al comprar le protege; al vender le da evidencia.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LA DIFERENCIA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De la confianza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a la evidencia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737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5A6B74"/>
                </a:solidFill>
                <a:latin typeface="Segoe UI Semibold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60" y="1664208"/>
            <a:ext cx="4053535" cy="4572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37360"/>
            <a:ext cx="4053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4FC7D6"/>
                </a:solidFill>
                <a:latin typeface="Segoe UI Semibold"/>
              </a:rPr>
              <a:t>CON TRAZUL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212140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Origen del nauplio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214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Se compra por 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214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Certificados y calificación del semillero, antes de comprar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76148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Registro de lotes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6148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Se captura dos veces: al comprar y al vender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6148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Se crea automáticamente al recibir la compra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40156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Garantías al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0156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Documentos reunidos a mano, lote por lote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40156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Certificado de trazabilidad generado por el sistema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404164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Control de calidad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4164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Depende de su propio conteo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04164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Verificador acreditado a pedido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8172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468172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8172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Llegar a camaroneras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8172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Red de contactos propia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68172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Vitrina dirigida a las camaroneras de la plataforma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532180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Reputación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218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De boca en boca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3218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Calificaciones de compras reales, en dos sentidos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CÓMO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Operando en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cuatro pasos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2586" y="2286000"/>
            <a:ext cx="8286521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8266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78266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Cree su cuenta como laboratorio con razón social y ubicación.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4440440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4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Certificados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693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Cargue sus certificaciones. Trazul las revisa y las aprueba.</a:t>
            </a:r>
          </a:p>
        </p:txBody>
      </p:sp>
      <p:sp>
        <p:nvSpPr>
          <p:cNvPr id="15" name="Oval 14"/>
          <p:cNvSpPr/>
          <p:nvPr/>
        </p:nvSpPr>
        <p:spPr>
          <a:xfrm>
            <a:off x="7202614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2614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Compra y publicación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867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Compre nauplio en la plataforma o publique su larva disponible.</a:t>
            </a:r>
          </a:p>
        </p:txBody>
      </p:sp>
      <p:sp>
        <p:nvSpPr>
          <p:cNvPr id="20" name="Oval 19"/>
          <p:cNvSpPr/>
          <p:nvPr/>
        </p:nvSpPr>
        <p:spPr>
          <a:xfrm>
            <a:off x="9964788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788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2321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Venta trazada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041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Cada venta genera factura y certificado de trazabilidad automáticamente.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No hay que instalar nada ni cambiar su sistema contable: todo funciona desde el navegador.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Laboratorio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471351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600" i="0">
                <a:solidFill>
                  <a:srgbClr val="FFFFFF"/>
                </a:solidFill>
                <a:latin typeface="Segoe UI Semibold"/>
              </a:rPr>
              <a:t>Que su larva llegue con </a:t>
            </a:r>
            <a:r>
              <a:rPr b="0" sz="3600" i="0">
                <a:solidFill>
                  <a:srgbClr val="4FC7D6"/>
                </a:solidFill>
                <a:latin typeface="Segoe UI Semibold"/>
              </a:rPr>
              <a:t>toda su historia</a:t>
            </a:r>
            <a:r>
              <a:rPr b="0" sz="36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Le mostramos la plataforma funcionando, con sus propios lotes y proveedores.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6217920" cy="96012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Carlos Carballo  ·  098 549 5115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b="0" sz="1300" i="0">
                <a:solidFill>
                  <a:srgbClr val="4FC7D6"/>
                </a:solidFill>
                <a:latin typeface="Segoe UI"/>
              </a:rPr>
              <a:t>carlos260590_@hotmail.com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LO QUE NO LE PEDIMOS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40280"/>
            <a:ext cx="364205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instalar servidores, programas ni equipos.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cambiar su forma de trabajar ni su sistema contable.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migrar información ni vaciar históricos.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Laboratorio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